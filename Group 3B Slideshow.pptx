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Slab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lab-bold.fntdata"/><Relationship Id="rId21" Type="http://schemas.openxmlformats.org/officeDocument/2006/relationships/font" Target="fonts/RobotoSlab-regular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d4474412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d447441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d4474412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d4474412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d4474412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d4474412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f24fc35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f24fc35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f24fc35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f24fc35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f24fc35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f24fc35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f3e97a1d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f3e97a1d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f3e97a1d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f3e97a1d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d4474412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d4474412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f38c539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f38c539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f38c539b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f38c539b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f38c539b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f38c539b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f38c539b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f38c539b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f38c539b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f38c539b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COVID-19 Relationship to Hospital Locations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</a:t>
            </a:r>
            <a:r>
              <a:rPr lang="en"/>
              <a:t>Austin</a:t>
            </a:r>
            <a:r>
              <a:rPr lang="en"/>
              <a:t> Joseph, Anna Prack, Brody Peelman, Matthew Miller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- COVID-19 ran rampant when it first appeared and overwhelmed many hospitals, causing many deaths, and is still very active today.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 Definition: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H</a:t>
            </a:r>
            <a:r>
              <a:rPr baseline="-25000" lang="en" sz="1500"/>
              <a:t>0</a:t>
            </a:r>
            <a:r>
              <a:rPr lang="en" sz="1500"/>
              <a:t>: There is no relationship between COVID-19 infection count and county hospital density.</a:t>
            </a:r>
            <a:endParaRPr sz="15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H</a:t>
            </a:r>
            <a:r>
              <a:rPr baseline="-25000" lang="en" sz="1500"/>
              <a:t>1</a:t>
            </a:r>
            <a:r>
              <a:rPr lang="en" sz="1500"/>
              <a:t>: There is a relationship between COVID-19 infection count and county hospital density.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 used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51497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VS Code - Python Development: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Libraries: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Pandas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GeoPandas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Matplot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 Studio / 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Experimental deduction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Tuples missing data: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manipulating the COVID-19 Dataset for final case counts, some counties did not contain data for this field. The median was calculated for the total counts and used in place.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Normalization for color scaling: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the total cases variable showed heavy skewness (Most tuples were less than fifty thousand, but had large outliers like four-hundred thousand), the ‘vmax’ parameter needed adjustment. The ‘vmax’ details the maximum value of our color scale. A heavily skewed value was chosen which allowed for better visualization disparity.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of Data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Geopandas is used for geospatial indexing and builds spatial indexes with libraries. Pandas indexing is also used and it uses a row index.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Join Key encoding is done for merging when we want to compare “state” + “county”, they are made lowercase so they are uniform. 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Processing Algorithms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Transforms raw COVID-19 dataset of detailed cases by date, per county into dataset with total cases by county: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 into Pandas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by ‘state’, ‘county’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 the data into final case counts by last date entry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by .CSV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Processing Algorithms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‘total_cases’ dataset with shapefile containing counties FIPS codes and </a:t>
            </a:r>
            <a:r>
              <a:rPr lang="en"/>
              <a:t>geographic</a:t>
            </a:r>
            <a:r>
              <a:rPr lang="en"/>
              <a:t> coordinates: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 dataset into Pandas, shapefile into GeoPandas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Cleaning missing tuple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 upon ‘state’, ‘county’ and FIPS/ Latitude and Longitude via left join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Normalize visual scaling via ‘vmax’ attribute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DataFrame to be converted to </a:t>
            </a:r>
            <a:r>
              <a:rPr lang="en"/>
              <a:t>choropleth graph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24375" y="1535075"/>
            <a:ext cx="28224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Shows number of COVID-19 cases divided by number of hospitals in each county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more COVID-19 cases per hospital, the more red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Shows that some places have significant differences in this ratio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8725" y="1410425"/>
            <a:ext cx="5398376" cy="33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5906950" y="1489825"/>
            <a:ext cx="2849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dot on this map represents a hospital in the United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Helps see where hospitals are concentrated most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50" y="1489825"/>
            <a:ext cx="5371409" cy="32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 and Results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Hypotheses: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</a:t>
            </a:r>
            <a:r>
              <a:rPr baseline="-25000" lang="en" sz="1500"/>
              <a:t>0</a:t>
            </a:r>
            <a:r>
              <a:rPr lang="en" sz="1500"/>
              <a:t>: There is no relationship between COVID-19 infection count and county hospital density.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</a:t>
            </a:r>
            <a:r>
              <a:rPr baseline="-25000" lang="en" sz="1500"/>
              <a:t>1</a:t>
            </a:r>
            <a:r>
              <a:rPr lang="en" sz="1500"/>
              <a:t>: There is a relationship between COVID-19 infection count and county hospital density.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preprocessing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56525" y="1489825"/>
            <a:ext cx="8227500" cy="31818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hospital_data </a:t>
            </a:r>
            <a:r>
              <a:rPr lang="en" sz="1400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read_csv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400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"data/Hospitals_gdb_771050112109123987.csv"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covid_data &lt;- </a:t>
            </a:r>
            <a:r>
              <a:rPr b="1" lang="en" sz="14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read_csv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400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"data/total_cases_by_county.csv"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hospital_density &lt;- hospital_data </a:t>
            </a:r>
            <a:r>
              <a:rPr lang="en" sz="14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%&gt;%</a:t>
            </a: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(COUNTYFIPS, name = </a:t>
            </a:r>
            <a:r>
              <a:rPr lang="en" sz="1400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"hospital_count"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covid_data &lt;- covid_data </a:t>
            </a:r>
            <a:r>
              <a:rPr lang="en" sz="14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%&gt;%</a:t>
            </a: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mutate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(COUNTYFIPS = as.character(COUNTYFIPS))</a:t>
            </a: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hospital_density &lt;- hospital_density </a:t>
            </a:r>
            <a:r>
              <a:rPr lang="en" sz="14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%&gt;%</a:t>
            </a: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mutate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(COUNTYFIPS = as.character(COUNTYFIPS))</a:t>
            </a: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combined_data </a:t>
            </a:r>
            <a:r>
              <a:rPr lang="en" sz="1400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covid_data </a:t>
            </a:r>
            <a:r>
              <a:rPr lang="en" sz="14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%&gt;%</a:t>
            </a:r>
            <a:br>
              <a:rPr lang="en" sz="1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inner_join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(hospital_density, </a:t>
            </a:r>
            <a:r>
              <a:rPr lang="en" sz="14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by =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"COUNTYFIPS"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Model Visualization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197825" y="1412975"/>
            <a:ext cx="3946500" cy="11733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ggplot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(combined_data, </a:t>
            </a:r>
            <a:r>
              <a:rPr b="1"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aes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x =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hospital_count, </a:t>
            </a:r>
            <a:r>
              <a:rPr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y =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total_cases)) </a:t>
            </a:r>
            <a:r>
              <a:rPr b="1" lang="en" sz="1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geom_point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 </a:t>
            </a:r>
            <a:r>
              <a:rPr b="1" lang="en" sz="1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geom_smooth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method =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"lm"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se =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labs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title =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"COVID-19 Cases vs Hospital Density"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x =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"Hospitals per County"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y =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"Total COVID-19 Cases"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800" y="1412975"/>
            <a:ext cx="4314301" cy="34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model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87900" y="1489825"/>
            <a:ext cx="8368200" cy="30804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model </a:t>
            </a:r>
            <a:r>
              <a:rPr lang="en" sz="1100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lm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(total_cases </a:t>
            </a:r>
            <a:r>
              <a:rPr b="1" lang="en" sz="1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~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hospital_count, </a:t>
            </a:r>
            <a:r>
              <a:rPr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data =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combined_data)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b="1"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summary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(model)</a:t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Call: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lm(formula = total_cases ~ hospital_count, data = combined_data)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Residuals: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   Min     1Q Median     3Q    Max 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-47729  -1047    -94    913 166560 </a:t>
            </a:r>
            <a:b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Coefficients: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               Estimate Std. Error t value Pr(&gt;|t|)    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(Intercept)     -1392.9      171.2  -8.139 6.46e-16 ***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</a:t>
            </a:r>
            <a:r>
              <a:rPr b="1" lang="en" sz="110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hospital_count   2113.8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27.5  76.872  &lt; 2e-16 ***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---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Signif. codes:  0 '***' 0.001 '**' 0.01 '*' 0.05 '.' 0.1 ' ' 1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Residual standard error: 7244 on 2318 degrees of freedom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Multiple R-squared:  0.7183, Adjusted </a:t>
            </a:r>
            <a:r>
              <a:rPr b="1" lang="en" sz="110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R-squared:  0.7181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F-statistic:  5909 on 1 and 2318 DF,  </a:t>
            </a:r>
            <a:r>
              <a:rPr b="1" lang="en" sz="110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p-value: &lt; 2.2e-16</a:t>
            </a:r>
            <a:endParaRPr b="1" sz="1100">
              <a:solidFill>
                <a:srgbClr val="00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87900" y="1489825"/>
            <a:ext cx="8368200" cy="14724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confint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(model)</a:t>
            </a:r>
            <a:endParaRPr sz="1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                   2.5 %    97.5 %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(Intercept)    -1728.561 -1057.303</a:t>
            </a:r>
            <a:br>
              <a:rPr lang="en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## hospital_count  2059.846  2167.690</a:t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395650" y="3018125"/>
            <a:ext cx="83682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Based on our data and our calculations, we’re 95% sure that the actual relationship between hospital count for a county and number of COVID-19 cases in 2020 is a coefficient of between 2059.846 and 2167.690 cases per hospital. This range is positive and does not include 0, so we’re confident that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a significant positive relationship between the two variables.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 and Results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Hypotheses: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</a:t>
            </a:r>
            <a:r>
              <a:rPr baseline="-25000" lang="en" sz="1500"/>
              <a:t>0</a:t>
            </a:r>
            <a:r>
              <a:rPr lang="en" sz="1500"/>
              <a:t>: There is no relationship between COVID-19 infection count and county hospital density.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500"/>
              <a:buChar char="-"/>
            </a:pPr>
            <a:r>
              <a:rPr lang="en" sz="1500">
                <a:solidFill>
                  <a:srgbClr val="00FF00"/>
                </a:solidFill>
              </a:rPr>
              <a:t>H</a:t>
            </a:r>
            <a:r>
              <a:rPr baseline="-25000" lang="en" sz="1500">
                <a:solidFill>
                  <a:srgbClr val="00FF00"/>
                </a:solidFill>
              </a:rPr>
              <a:t>1</a:t>
            </a:r>
            <a:r>
              <a:rPr lang="en" sz="1500">
                <a:solidFill>
                  <a:srgbClr val="00FF00"/>
                </a:solidFill>
              </a:rPr>
              <a:t>: There is a relationship between COVID-19 infection count and county hospital density.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